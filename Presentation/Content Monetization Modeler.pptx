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34AC6-016D-428F-ADB4-80F6169783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46B18-92F5-4A26-9C96-D879A55050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47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46B18-92F5-4A26-9C96-D879A55050D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862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948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63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85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06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12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81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0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887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868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22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6736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865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2841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887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732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148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4A2FF-4BF3-4944-9A42-A13F10CF25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E192DC8-184B-4341-B66B-B7F07F8EF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0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A9BF-FBDF-800D-ED58-D86094349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312" y="949230"/>
            <a:ext cx="8915399" cy="2262781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Monetization Modeler </a:t>
            </a:r>
            <a:b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b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YouTube Ad Revenue Prediction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7178C-C713-ADDE-8656-D3EE7D192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4777379"/>
            <a:ext cx="8219200" cy="1126283"/>
          </a:xfrm>
        </p:spPr>
        <p:txBody>
          <a:bodyPr>
            <a:normAutofit/>
          </a:bodyPr>
          <a:lstStyle/>
          <a:p>
            <a:pPr algn="r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-By </a:t>
            </a:r>
          </a:p>
          <a:p>
            <a:pPr algn="r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Silviya X</a:t>
            </a:r>
          </a:p>
          <a:p>
            <a:pPr algn="r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76244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F6BA6E-3AB4-BBC5-8565-5C5346DEF7F2}"/>
              </a:ext>
            </a:extLst>
          </p:cNvPr>
          <p:cNvSpPr txBox="1"/>
          <p:nvPr/>
        </p:nvSpPr>
        <p:spPr>
          <a:xfrm>
            <a:off x="1623317" y="654772"/>
            <a:ext cx="9986481" cy="572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creators and businesses generate large amounts of video performance data, but understanding how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views, likes, comments, watch time, and other factors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impact advertising revenue can be challenging. This project uses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to predict YouTube ad revenue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video performance and contextual data, helping identify key factors that influence content monetization.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and preprocess YouTube video data.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meaningful engagement and watch-time features.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and compare regression models.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the best model using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R², RMSE, MAE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</a:t>
            </a:r>
            <a:r>
              <a:rPr lang="en-US" alt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revenue prediction.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analytics and business insights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8336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FE7D1D-D018-C47D-105C-21B8FD412B5E}"/>
              </a:ext>
            </a:extLst>
          </p:cNvPr>
          <p:cNvSpPr txBox="1"/>
          <p:nvPr/>
        </p:nvSpPr>
        <p:spPr>
          <a:xfrm>
            <a:off x="2769741" y="354953"/>
            <a:ext cx="8449638" cy="6148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</a:p>
          <a:p>
            <a:pPr lvl="1">
              <a:lnSpc>
                <a:spcPct val="150000"/>
              </a:lnSpc>
            </a:pP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Python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Pandas (Data Processing)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NumPy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Scikit-learn (Machine Learning)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Matplotlib (Visualization)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(Web Application)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Joblib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(Model Deployment)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Google </a:t>
            </a:r>
            <a:r>
              <a:rPr lang="en-IN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endParaRPr lang="en-IN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endPara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Social Media Analytics / Content Monetization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YouTube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Records: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120,000+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Variable: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ad_revenue_usd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Views, Likes, Comments, Watch Time, Subscribers, Category, Device, Country, etc.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81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CC00A3-05E1-F869-2C2C-B3499985C0BC}"/>
              </a:ext>
            </a:extLst>
          </p:cNvPr>
          <p:cNvSpPr txBox="1"/>
          <p:nvPr/>
        </p:nvSpPr>
        <p:spPr>
          <a:xfrm>
            <a:off x="3048856" y="199914"/>
            <a:ext cx="6097712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Workflow</a:t>
            </a:r>
          </a:p>
          <a:p>
            <a:pPr lvl="2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&amp; Preprocessing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Encoding &amp; Scaling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Train-Test Split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 Model Building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Comparison &amp; Evaluation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Lasso Model Selection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Importance Analysis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Deployment using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</a:p>
          <a:p>
            <a:pPr lvl="2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Prediction &amp;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089601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00B00-8770-28BE-9EE2-39E2D75FDCAC}"/>
              </a:ext>
            </a:extLst>
          </p:cNvPr>
          <p:cNvSpPr txBox="1"/>
          <p:nvPr/>
        </p:nvSpPr>
        <p:spPr>
          <a:xfrm>
            <a:off x="3047144" y="447286"/>
            <a:ext cx="6097712" cy="596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missing values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duplicate records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Corrected data types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numerical and categorical features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data quality issues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the dataset for machine learning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Rate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 Rate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Rate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 Time per View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Watch Time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 Time Ratio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- based features (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Year, Month, Day of Week, Quarter)</a:t>
            </a:r>
          </a:p>
        </p:txBody>
      </p:sp>
    </p:spTree>
    <p:extLst>
      <p:ext uri="{BB962C8B-B14F-4D97-AF65-F5344CB8AC3E}">
        <p14:creationId xmlns:p14="http://schemas.microsoft.com/office/powerpoint/2010/main" val="944499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8F1A97-523A-26F3-A412-F684EA663F63}"/>
              </a:ext>
            </a:extLst>
          </p:cNvPr>
          <p:cNvSpPr txBox="1"/>
          <p:nvPr/>
        </p:nvSpPr>
        <p:spPr>
          <a:xfrm>
            <a:off x="1887876" y="386558"/>
            <a:ext cx="9896583" cy="6348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Train-Test Split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dataset was divided into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parts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Data (80%)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Used to train the regression models.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Data (20%)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Used to evaluate how well the trained models perform on unseen data.</a:t>
            </a:r>
          </a:p>
          <a:p>
            <a:pPr>
              <a:lnSpc>
                <a:spcPct val="150000"/>
              </a:lnSpc>
              <a:buNone/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Multiple Regression Models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Ridge Regression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Lasso Regression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Evaluation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regression models were evaluated using three metrics: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 Score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Measures how well the model explains the variation in revenue. Higher is better.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Measures the average prediction error, giving more weight to larger errors. Lower is better.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Measures the average absolute difference between actual and predicted revenue. Lower is better.</a:t>
            </a:r>
          </a:p>
        </p:txBody>
      </p:sp>
    </p:spTree>
    <p:extLst>
      <p:ext uri="{BB962C8B-B14F-4D97-AF65-F5344CB8AC3E}">
        <p14:creationId xmlns:p14="http://schemas.microsoft.com/office/powerpoint/2010/main" val="21217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60E04B-56AD-D001-F555-8DC700201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481" y="1011996"/>
            <a:ext cx="4105848" cy="2295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C67E70-9E9C-A026-CB2E-04F707FF3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634" y="883367"/>
            <a:ext cx="4864232" cy="2749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89ED90-1E02-F6AE-8801-4907F62EF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390" y="3915550"/>
            <a:ext cx="4792312" cy="2654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264CDE-D8FB-04B3-92EC-E6A81584E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634" y="3908129"/>
            <a:ext cx="4792313" cy="26623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AAA91D-3633-CA4C-5326-3124453D95AF}"/>
              </a:ext>
            </a:extLst>
          </p:cNvPr>
          <p:cNvSpPr txBox="1"/>
          <p:nvPr/>
        </p:nvSpPr>
        <p:spPr>
          <a:xfrm>
            <a:off x="4627489" y="238984"/>
            <a:ext cx="3233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Model Evaluation Results</a:t>
            </a:r>
          </a:p>
        </p:txBody>
      </p:sp>
    </p:spTree>
    <p:extLst>
      <p:ext uri="{BB962C8B-B14F-4D97-AF65-F5344CB8AC3E}">
        <p14:creationId xmlns:p14="http://schemas.microsoft.com/office/powerpoint/2010/main" val="3231685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7E8809-89E9-9EA4-81D9-1E25566BEA7E}"/>
              </a:ext>
            </a:extLst>
          </p:cNvPr>
          <p:cNvSpPr txBox="1"/>
          <p:nvPr/>
        </p:nvSpPr>
        <p:spPr>
          <a:xfrm>
            <a:off x="2270588" y="466586"/>
            <a:ext cx="8198777" cy="5704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Lasso Feature Analysis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 Time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 the most influential feature, followed by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Likes, Comments, and Views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that viewer engagement and retention play an important role in content monetization.</a:t>
            </a:r>
          </a:p>
          <a:p>
            <a:pPr lvl="1">
              <a:lnSpc>
                <a:spcPct val="150000"/>
              </a:lnSpc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1: Revenue Prediction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2: Business Insights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FC240A-829B-6B34-76EB-D6EB9AA16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274227"/>
              </p:ext>
            </p:extLst>
          </p:nvPr>
        </p:nvGraphicFramePr>
        <p:xfrm>
          <a:off x="3554858" y="1007342"/>
          <a:ext cx="54453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2652">
                  <a:extLst>
                    <a:ext uri="{9D8B030D-6E8A-4147-A177-3AD203B41FA5}">
                      <a16:colId xmlns:a16="http://schemas.microsoft.com/office/drawing/2014/main" val="3150387380"/>
                    </a:ext>
                  </a:extLst>
                </a:gridCol>
                <a:gridCol w="2722652">
                  <a:extLst>
                    <a:ext uri="{9D8B030D-6E8A-4147-A177-3AD203B41FA5}">
                      <a16:colId xmlns:a16="http://schemas.microsoft.com/office/drawing/2014/main" val="1975300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Features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Coefficient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96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Watch Time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59.604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21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Likes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8.652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605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Comments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2.126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2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Views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0.661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51358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F4E7574-8F5C-2F02-B111-0E0A2CBB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170" y="5060735"/>
            <a:ext cx="3966495" cy="111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5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98D9C-F0CA-02B6-13D5-4FF674F2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44" y="945224"/>
            <a:ext cx="9063533" cy="52706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5D0452-7702-E22D-E2E0-5D8498652CAD}"/>
              </a:ext>
            </a:extLst>
          </p:cNvPr>
          <p:cNvSpPr txBox="1"/>
          <p:nvPr/>
        </p:nvSpPr>
        <p:spPr>
          <a:xfrm>
            <a:off x="3047144" y="281273"/>
            <a:ext cx="6097712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1: Revenue Prediction </a:t>
            </a:r>
          </a:p>
        </p:txBody>
      </p:sp>
    </p:spTree>
    <p:extLst>
      <p:ext uri="{BB962C8B-B14F-4D97-AF65-F5344CB8AC3E}">
        <p14:creationId xmlns:p14="http://schemas.microsoft.com/office/powerpoint/2010/main" val="3893599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1AF2B1-9F36-FF9D-3351-D63F2F4F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669" y="478227"/>
            <a:ext cx="8811811" cy="590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78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5735E-FCC4-0980-9DA6-91AF904ED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04" y="1654139"/>
            <a:ext cx="7999834" cy="43196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5627C7-4951-D511-1EB6-3BE82ECCC9C4}"/>
              </a:ext>
            </a:extLst>
          </p:cNvPr>
          <p:cNvSpPr txBox="1"/>
          <p:nvPr/>
        </p:nvSpPr>
        <p:spPr>
          <a:xfrm>
            <a:off x="3470097" y="651739"/>
            <a:ext cx="6097712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2: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824250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5C0D08-3EF4-95A5-1A39-68CAFCCB9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311" y="159524"/>
            <a:ext cx="7197837" cy="27928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617E5-C759-23D5-4782-31DA18C24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844" y="3061992"/>
            <a:ext cx="7435989" cy="36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38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12E65-AC0B-9286-1A68-3BDF93DF8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216" y="452063"/>
            <a:ext cx="7765272" cy="622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58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30D472-06BE-ADFD-F813-A547C47C7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601" y="1628523"/>
            <a:ext cx="5896798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56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B00BE-3862-2933-CA68-F87BF3B64531}"/>
              </a:ext>
            </a:extLst>
          </p:cNvPr>
          <p:cNvSpPr txBox="1"/>
          <p:nvPr/>
        </p:nvSpPr>
        <p:spPr>
          <a:xfrm>
            <a:off x="2363056" y="1323299"/>
            <a:ext cx="8866598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1F2328"/>
                </a:solidFill>
                <a:effectLst/>
                <a:latin typeface="Mona Sans VF"/>
              </a:rPr>
              <a:t> Business Insights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	The analysis provides the following key insights:</a:t>
            </a:r>
          </a:p>
          <a:p>
            <a:pPr lvl="2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Watch time is the strongest revenue-influencing feature in the final Lasso model.</a:t>
            </a:r>
          </a:p>
          <a:p>
            <a:pPr lvl="2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Likes have a positive relationship with predicted revenue.</a:t>
            </a:r>
          </a:p>
          <a:p>
            <a:pPr lvl="2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Comments also contribute positively to predicted revenue.</a:t>
            </a:r>
          </a:p>
          <a:p>
            <a:pPr lvl="2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Views have a positive contribution to the model.</a:t>
            </a:r>
          </a:p>
          <a:p>
            <a:pPr lvl="2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Audience engagement and viewer retention are important factors for content monetization.</a:t>
            </a:r>
          </a:p>
          <a:p>
            <a:pPr lvl="2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Improving watch time can be an important strategy for increasing monetization potential.</a:t>
            </a:r>
          </a:p>
        </p:txBody>
      </p:sp>
    </p:spTree>
    <p:extLst>
      <p:ext uri="{BB962C8B-B14F-4D97-AF65-F5344CB8AC3E}">
        <p14:creationId xmlns:p14="http://schemas.microsoft.com/office/powerpoint/2010/main" val="3353426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8A264D-0B3C-4300-95F9-DE38D4AA4686}"/>
              </a:ext>
            </a:extLst>
          </p:cNvPr>
          <p:cNvSpPr txBox="1"/>
          <p:nvPr/>
        </p:nvSpPr>
        <p:spPr>
          <a:xfrm>
            <a:off x="1756881" y="537348"/>
            <a:ext cx="9359757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developed an end-to-end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YouTube Ad Revenue Prediction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five regression models 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R², RMSE, and MAE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Lasso Regression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achieved the best overall performance with an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 of 0.9526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Lasso analysis identified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 Time, Likes, Comments, and Views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key revenue-influencing features.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two-page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revenue prediction and business insights.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demonstrates how machine learning can support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content monetization decisions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964CB-44DD-3948-4714-1A0AA91BD421}"/>
              </a:ext>
            </a:extLst>
          </p:cNvPr>
          <p:cNvSpPr txBox="1"/>
          <p:nvPr/>
        </p:nvSpPr>
        <p:spPr>
          <a:xfrm>
            <a:off x="3202320" y="5273986"/>
            <a:ext cx="60977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IN" sz="2800" i="1" kern="1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8871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167</TotalTime>
  <Words>702</Words>
  <Application>Microsoft Office PowerPoint</Application>
  <PresentationFormat>Widescreen</PresentationFormat>
  <Paragraphs>120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Mona Sans VF</vt:lpstr>
      <vt:lpstr>Wingdings 3</vt:lpstr>
      <vt:lpstr>Wisp</vt:lpstr>
      <vt:lpstr>Content Monetization Modeler  –  YouTube Ad Revenue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Silviya X</dc:creator>
  <cp:lastModifiedBy>Silviya X</cp:lastModifiedBy>
  <cp:revision>1</cp:revision>
  <dcterms:created xsi:type="dcterms:W3CDTF">2026-08-19T12:38:48Z</dcterms:created>
  <dcterms:modified xsi:type="dcterms:W3CDTF">2026-08-19T15:26:09Z</dcterms:modified>
</cp:coreProperties>
</file>